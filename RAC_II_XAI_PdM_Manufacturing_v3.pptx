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  <a:latin typeface="Calibri"/>
              </a:defRPr>
            </a:pPr>
            <a:r>
              <a:t>RAC –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Research Title: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"Explainable AI-Driven Predictive Maintenance Framework</a:t>
            </a:r>
            <a:br/>
            <a:r>
              <a:t>for Smart Manufacturing"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Name of the Scholar : C Anurag Reddy</a:t>
            </a:r>
            <a:br/>
            <a:r>
              <a:t>Registration Number : 25CPHDFF006</a:t>
            </a:r>
            <a:br/>
            <a:r>
              <a:t>Affiliation : CMR University, Bangalore</a:t>
            </a:r>
            <a:br/>
            <a:r>
              <a:t>Guide : Dr. Kannan N, Dean, CMR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Recap of RAC-I &amp; Research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RAC-I: Original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Broad: Manufacturing + Construction domains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Feedback: Too broad — choose ONE domain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Status: COMPLETED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RAC-II: Focused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Narrowed: XAI + PdM in Smart Manufacturing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2-Paper Strategy: SLR + Empirical Study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Specific: C-MAPSS, PRISMA, DL + SHAP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Key Change: Broad dual-domain → focused "Explainable AI for Predictive Maintenance in Smart Manufacturing" with 2-paper deliverable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Black-Box AI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Most PdM uses DL (LSTM, CNN, Transformer) with NO transparency. Engineers can't understand WHY predictions are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No XAI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Only ~15% of PdM papers include explainability. SHAP/LIME exist but rarely applied systematically.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No Evaluation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42% rely on visual inspection only. No consensus metrics for explanation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Industry Trust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EU AI Act mandates explainability. Only 8% include user studies. 82% use benchmarks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Literature Landscape — Publication Trends</a:t>
            </a:r>
          </a:p>
        </p:txBody>
      </p:sp>
      <p:pic>
        <p:nvPicPr>
          <p:cNvPr id="5" name="Picture 4" descr="Fig2_Publica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637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Key Observations: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Exponential growth: 8 papers (2020) → 14 (2022 peak)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Peak coincides with SHAP toolkit maturation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50 papers synthesized in our SLR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Top venues: IEEE Access, RESS, Applied Sciences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Geographic: China 34%, S.Korea 14%, Germany 10%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Our review covers 2020–2025 comprehensively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Literature Review — XAI Methods in PdM</a:t>
            </a:r>
          </a:p>
        </p:txBody>
      </p:sp>
      <p:pic>
        <p:nvPicPr>
          <p:cNvPr id="5" name="Picture 4" descr="Fig3_XAI_Method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802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SHAP dominates (38%) — tool availability driven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Attention mechanisms growing fast (28%)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LIME used in 16% of studies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Counterfactual explanations: only 4% (major gap!)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24% use multiple XAI methods (best practice)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Post-hoc methods dominate (78% total)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Gaps — 4D Taxonomy Overview</a:t>
            </a:r>
          </a:p>
        </p:txBody>
      </p:sp>
      <p:pic>
        <p:nvPicPr>
          <p:cNvPr id="5" name="Picture 4" descr="Fig7_Taxonomy_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460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6 Critical Gaps: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No evaluation framework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Benchmark trap (56% use C-MAPSS/CWRU only)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Single-stakeholder design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Temporal XAI missing (only 28%)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No accuracy-explainability trade-off data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Zero deployment studies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RO1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Conduct PRISMA-compliant SLR on XAI in PdM for smart manufacturing (50 papers, 4D taxonomy)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RO2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Compare Bi-LSTM, Transformer, CNN-LSTM for RUL prediction on C-MAPSS with XAI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RO3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490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Apply feature importance to identify degradation-critical sensors; validate cross-model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19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RO4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029199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Propose 5-direction research agenda for temporal XAI, evaluation standards, and multi-stakeholder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Phase 1: Systematic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PRISMA 2020 Protocol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6 databases: Scopus, WoS, IEEE, ScienceDirect, Springer, MDPI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Period: 2020–2025 | Result: 50 papers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4D taxonomy: Method × Model × Domain ×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Phase 2: Empirical 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Dataset: NASA C-MAPSS (FD001 + FD003)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Models: Bi-LSTM, Transformer, CNN-LSTM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XAI: Permutation feature importance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Metrics: RMSE, MAE, R², C-MAPSS Score</a:t>
            </a:r>
          </a:p>
        </p:txBody>
      </p:sp>
      <p:pic>
        <p:nvPicPr>
          <p:cNvPr id="9" name="Picture 8" descr="Fig1_PRISMA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5029200" cy="6211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Field Maturity &amp; Our Position</a:t>
            </a:r>
          </a:p>
        </p:txBody>
      </p:sp>
      <p:pic>
        <p:nvPicPr>
          <p:cNvPr id="5" name="Picture 4" descr="Fig8_Maturity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Our Contribution Addresses: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Predictive Accuracy: HIGH — CNN-LSTM achieves RMSE 14.03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Post-hoc XAI: MEDIUM-HIGH — We apply permutation importance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Explanation Evaluation: LOW — We demonstrate cross-model consistency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Real-world gap: We acknowledge; recommend future deployment studies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Temporal XAI: We show temporal activation patterns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Multi-stakeholder: We propose layered explanation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PRISMA Search Strategy (Paper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Search Query: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("explainable AI" OR "XAI" OR "SHAP" OR "LIME" OR "attention mechanism")</a:t>
            </a:r>
            <a:br/>
            <a:r>
              <a:t>AND ("predictive maintenance" OR "RUL" OR "fault diagnosis" OR "prognostics")</a:t>
            </a:r>
            <a:br/>
            <a:r>
              <a:t>AND ("manufacturing" OR "industrial" OR "Industry 4.0" OR "turbofan" OR "bearing")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Inclusion (2020–2025):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Peer-reviewed journal/conference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Applies ≥1 XAI method to PdM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Manufacturing/industrial context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English, full-text accessible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PRISMA Flow: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847 records + 63 snowballing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612 after deduplication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174 full-text assessed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50 included in synthesis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 Completed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Research scope narrowed (Manufacturing + XAI-PdM focus)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2-paper strategy defined and EXECUTED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Datasets downloaded (C-MAPSS, AI4I, CWRU)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50 references compiled and verified with DOIs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PRISMA protocol developed and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All experiments completed with real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7D32"/>
                </a:solidFill>
                <a:latin typeface="Calibri"/>
              </a:defRPr>
            </a:pPr>
            <a:r>
              <a:t>✅ Both papers written in IEEE Access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8F00"/>
                </a:solidFill>
                <a:latin typeface="Calibri"/>
              </a:defRPr>
            </a:pPr>
            <a:r>
              <a:t>⏳ Next: Submit papers, thesis writing, viva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[1] Matzka (2020) — Explainable AI for PdM, AI4I Conf. (139 citations)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[2] Cummins et al. (2024) — Explainable PdM Survey, IEEE Access (75 citations)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[3] Gawde et al. (2024) — LIME/SHAP/PDP/ICE for PdM, IEEE Access (78 citations)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[4] Chen et al. (2020) — Attention-based RUL, IEEE Trans. IE (566 citations)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[5] Zhang et al. (2022) — Bi-GRU + Self-Attention, RESS (360 citations)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[6] Zhang et al. (2022) — Dual-Aspect Transformer, IEEE TIM (250 citations)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[7] Ali et al. (2023) — XAI: What We Know, Inf. Fusion (1,368 citations)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[8] Rudin et al. (2022) — Interpretable ML Principles, Statist. Surveys (808 citations)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[9] Arias Chao et al. (2021) — C-MAPSS Dataset, Data (280 citations)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[10] Theissler et al. (2022) — XAI for Time Series, IEEE Access (158 citations)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C. Anurag Reddy  |  25CPHDFF006  |  CMR University</a:t>
            </a:r>
            <a:br/>
            <a:r>
              <a:t>Guide: Dr. Kannan N, Dean, CMR University</a:t>
            </a:r>
            <a:br/>
            <a:br/>
            <a:r>
              <a:t>Questions &amp; Suggestions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